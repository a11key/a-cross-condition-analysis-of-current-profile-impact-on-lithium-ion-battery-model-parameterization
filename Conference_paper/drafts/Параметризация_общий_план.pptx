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DF6"/>
    <a:srgbClr val="FF9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>
        <p:scale>
          <a:sx n="75" d="100"/>
          <a:sy n="75" d="100"/>
        </p:scale>
        <p:origin x="6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FF59C-41AA-44A3-B44F-1D71D6543E49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1617B-DE76-4DD3-B26C-4B7B0E5A6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25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1617B-DE76-4DD3-B26C-4B7B0E5A666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056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99730C-76EF-E857-D3F5-37C3A6AB4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793121E-0D5D-3CC9-D810-18991793B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D5BA2C-634B-E8E9-E13F-261A42DD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140F8-56FC-97FE-EB64-F36FDB533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0B5F86-79AF-6223-ABD1-62A45766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4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F03B8-5016-62E0-E3A8-E1031F1A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A783F3-F8D6-195C-DAD5-F3BC9FEA1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F9DA64-BBDC-07C0-EE63-F74498E4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B741C-0A5A-092B-49A9-85E3658F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37BDA3-E131-E326-2B34-39A26B7E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192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3C8235-C42A-82D5-8BED-F538CEF1C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3C00D9-C017-1BB1-45F8-7461219EF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E6A8FF-DA90-F0C6-C66F-F26A867E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3000BA-AC93-D5DA-0894-C0932B94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E62B30-4066-F84C-006A-FB967665D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71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8C930-E593-C6FC-0BF8-65D8165D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66A000-6008-1209-EC60-881093BA3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EBCC44-F962-2CD2-ABB4-B3B5E9A92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93A45E-8A8D-8470-7E82-2F0AAB36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18F5AD-89AA-FC9D-B95C-18C984AC1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D50963-0570-057D-0075-095E1C8B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85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82F0A-0316-AECD-EB7A-E53FF5BC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41FF29-5FE6-3A7A-F532-1EF0EC73F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E70A60-F79E-EEFA-10C4-04B227E48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6AF94F-2F70-2D05-0EEB-074AA2FBB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287066-32E5-B82A-BEC0-74361D888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EA74E5-00A1-DAD6-CF2F-5FE33004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52802F-A449-52CC-02F5-E44A2BB5D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8FDE571-A1AA-15C2-3952-AFFC87C3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41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A57E5-EDC0-5C75-F2AE-501F722B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63688B-5D28-890D-B445-2EE39CD5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1B032D5-25A2-E08C-077C-26562B78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7B2941-74AF-C750-25F3-D24B774E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00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30FD82-4A30-CC30-1A70-846190F4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2034AF-5DA8-5EFE-2A15-AD8AAA906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6CDC38-1E1C-4A27-D115-7087F27B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53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C24A3D-9451-DF74-1E4D-5690AA9A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991AB4-F33D-1786-1B02-CC41B5BE6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21B6EF-CECB-69C4-DDC2-2B56B7249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86A7AF-0DCC-4613-AD41-AB169930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ECA956-160A-7A3E-B518-DDE78404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D89780-46A1-5F87-3257-8D7CD86E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19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AF5A2-1960-C43F-FC52-7FC89091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AB49714-8C6C-0A44-0295-70C06B640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F8CE12-E917-96DE-84D4-FF029DD08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36F128-B241-5742-8081-A1973E07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AF8DD2-1277-7294-BB2D-914E88CE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5868DD-5674-CC5A-752F-348F191A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890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F12D79-A424-140E-C0D4-A51225F8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939401-6273-2F34-680E-3DD3D4F2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9C0B2F-9CFF-E5FD-2FA4-03DC5D26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86874E-A959-86FE-8F47-C89C49E1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1D3531-9610-6DBE-BB59-0B43341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13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D06A74-0398-84CD-2073-3FD3A8DAC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CCE67B9-6C2C-6508-657F-6B2D860B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7B3A2B-ABC2-7E85-EBB4-739A9DAD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A2DE22-1B47-54D6-9C4C-645776EE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B44501-8BCA-C15F-BAF0-3C8BE604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05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421A2-128D-E697-DA64-DC6F5B17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30738E-5FBF-CE71-4C1A-A8888ADF9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636E0B-50AA-FA38-695B-90B2ED727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1E134-BB07-4677-8375-3DDA7079E59F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C2145F-5198-FAEC-16C2-02EF6F923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F2050-4456-D5BA-5334-3C1C39A4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FDDE9-C93E-41B2-B97F-0E717C8A49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30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63172AD-1B4B-F655-7D01-AA4A24E45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35966"/>
              </p:ext>
            </p:extLst>
          </p:nvPr>
        </p:nvGraphicFramePr>
        <p:xfrm>
          <a:off x="964406" y="1471612"/>
          <a:ext cx="10875422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5422">
                  <a:extLst>
                    <a:ext uri="{9D8B030D-6E8A-4147-A177-3AD203B41FA5}">
                      <a16:colId xmlns:a16="http://schemas.microsoft.com/office/drawing/2014/main" val="333580912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72666538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192568864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72924133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38851599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2101907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12659315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044148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Impulses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81639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Similar profiles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77198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HPPC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35152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EIS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35009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ML(</a:t>
                      </a:r>
                      <a:r>
                        <a:rPr lang="en-US" dirty="0" err="1"/>
                        <a:t>symthetic</a:t>
                      </a:r>
                      <a:r>
                        <a:rPr lang="en-US" dirty="0"/>
                        <a:t> data)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0523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771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A3D15D-CF5A-5FEA-C6A9-8F4274ECBB94}"/>
              </a:ext>
            </a:extLst>
          </p:cNvPr>
          <p:cNvSpPr/>
          <p:nvPr/>
        </p:nvSpPr>
        <p:spPr>
          <a:xfrm>
            <a:off x="7538742" y="0"/>
            <a:ext cx="466549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B2D914F-157B-6E97-04AE-F19A1940C91C}"/>
              </a:ext>
            </a:extLst>
          </p:cNvPr>
          <p:cNvSpPr/>
          <p:nvPr/>
        </p:nvSpPr>
        <p:spPr>
          <a:xfrm>
            <a:off x="7693988" y="1520426"/>
            <a:ext cx="804716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Профиль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BEC242D-EBE2-B594-F8A7-9872DEE0F53B}"/>
              </a:ext>
            </a:extLst>
          </p:cNvPr>
          <p:cNvSpPr/>
          <p:nvPr/>
        </p:nvSpPr>
        <p:spPr>
          <a:xfrm>
            <a:off x="10122093" y="1509473"/>
            <a:ext cx="1052675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Температура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8AC05B4-2359-33EA-4040-B8B57B45F834}"/>
              </a:ext>
            </a:extLst>
          </p:cNvPr>
          <p:cNvSpPr/>
          <p:nvPr/>
        </p:nvSpPr>
        <p:spPr>
          <a:xfrm>
            <a:off x="9432748" y="1510176"/>
            <a:ext cx="562967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SOH</a:t>
            </a:r>
            <a:endParaRPr lang="ru-RU" sz="1000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8B3A007-86E0-131A-8F94-93EAD0CC78F5}"/>
              </a:ext>
            </a:extLst>
          </p:cNvPr>
          <p:cNvSpPr/>
          <p:nvPr/>
        </p:nvSpPr>
        <p:spPr>
          <a:xfrm>
            <a:off x="11309146" y="1509473"/>
            <a:ext cx="792020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Химия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0E18D10-D79C-CCC6-6136-F7454A9EB2C8}"/>
              </a:ext>
            </a:extLst>
          </p:cNvPr>
          <p:cNvSpPr/>
          <p:nvPr/>
        </p:nvSpPr>
        <p:spPr>
          <a:xfrm>
            <a:off x="8620942" y="1509473"/>
            <a:ext cx="685428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SOC</a:t>
            </a:r>
            <a:endParaRPr lang="ru-RU" sz="10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0F1F712-6FB5-F5BA-63F1-12EE1D780CA5}"/>
              </a:ext>
            </a:extLst>
          </p:cNvPr>
          <p:cNvSpPr/>
          <p:nvPr/>
        </p:nvSpPr>
        <p:spPr>
          <a:xfrm>
            <a:off x="4613426" y="0"/>
            <a:ext cx="2934127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725C18B-7F51-8856-C495-91299771D45F}"/>
              </a:ext>
            </a:extLst>
          </p:cNvPr>
          <p:cNvSpPr/>
          <p:nvPr/>
        </p:nvSpPr>
        <p:spPr>
          <a:xfrm>
            <a:off x="-49362" y="0"/>
            <a:ext cx="466549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F326A-FDF1-060A-1DBC-FF8D96E36A66}"/>
              </a:ext>
            </a:extLst>
          </p:cNvPr>
          <p:cNvSpPr txBox="1"/>
          <p:nvPr/>
        </p:nvSpPr>
        <p:spPr>
          <a:xfrm>
            <a:off x="897905" y="764382"/>
            <a:ext cx="3073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Данные для параметризации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2E826-BFB3-F16D-3935-0C8F13526F7C}"/>
              </a:ext>
            </a:extLst>
          </p:cNvPr>
          <p:cNvSpPr txBox="1"/>
          <p:nvPr/>
        </p:nvSpPr>
        <p:spPr>
          <a:xfrm>
            <a:off x="4681018" y="764382"/>
            <a:ext cx="283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Алгоритм параметризации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4C4414-79DA-3ADE-0D72-53541E79842F}"/>
              </a:ext>
            </a:extLst>
          </p:cNvPr>
          <p:cNvSpPr txBox="1"/>
          <p:nvPr/>
        </p:nvSpPr>
        <p:spPr>
          <a:xfrm>
            <a:off x="8860985" y="764383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Данные для валидации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F41CB09-A93C-B517-803C-BF470A39335B}"/>
              </a:ext>
            </a:extLst>
          </p:cNvPr>
          <p:cNvSpPr/>
          <p:nvPr/>
        </p:nvSpPr>
        <p:spPr>
          <a:xfrm>
            <a:off x="105884" y="1520426"/>
            <a:ext cx="804716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Профиль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BD3B104-6017-5963-B30A-7BD9CA1CD4F8}"/>
              </a:ext>
            </a:extLst>
          </p:cNvPr>
          <p:cNvSpPr/>
          <p:nvPr/>
        </p:nvSpPr>
        <p:spPr>
          <a:xfrm>
            <a:off x="2533989" y="1509473"/>
            <a:ext cx="1052675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Температура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F71CC2B-7C6E-239E-F1A7-529E336A8407}"/>
              </a:ext>
            </a:extLst>
          </p:cNvPr>
          <p:cNvSpPr/>
          <p:nvPr/>
        </p:nvSpPr>
        <p:spPr>
          <a:xfrm>
            <a:off x="1844644" y="1510176"/>
            <a:ext cx="562967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SOH</a:t>
            </a:r>
            <a:endParaRPr lang="ru-RU" sz="1000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E84E2E9-2B96-4CF9-CE8E-CEC0AD2352D5}"/>
              </a:ext>
            </a:extLst>
          </p:cNvPr>
          <p:cNvSpPr/>
          <p:nvPr/>
        </p:nvSpPr>
        <p:spPr>
          <a:xfrm>
            <a:off x="3721042" y="1509473"/>
            <a:ext cx="685428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Химия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DFE6B21-AEEC-62CB-9DC7-BB62FDB7D7C1}"/>
              </a:ext>
            </a:extLst>
          </p:cNvPr>
          <p:cNvSpPr/>
          <p:nvPr/>
        </p:nvSpPr>
        <p:spPr>
          <a:xfrm>
            <a:off x="1032838" y="1509473"/>
            <a:ext cx="685428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SOC</a:t>
            </a:r>
            <a:endParaRPr lang="ru-RU" sz="1000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64E2711-FAA6-54B3-B1EB-BFF0D8406698}"/>
              </a:ext>
            </a:extLst>
          </p:cNvPr>
          <p:cNvSpPr/>
          <p:nvPr/>
        </p:nvSpPr>
        <p:spPr>
          <a:xfrm>
            <a:off x="105884" y="2082259"/>
            <a:ext cx="792021" cy="167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WLTC</a:t>
            </a:r>
            <a:endParaRPr lang="ru-RU" sz="1000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932C8CF1-7AD8-4611-79BB-116A4616A5D2}"/>
              </a:ext>
            </a:extLst>
          </p:cNvPr>
          <p:cNvSpPr/>
          <p:nvPr/>
        </p:nvSpPr>
        <p:spPr>
          <a:xfrm>
            <a:off x="112231" y="2292175"/>
            <a:ext cx="792022" cy="167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UDDS</a:t>
            </a:r>
            <a:endParaRPr lang="ru-RU" sz="1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BC40226-7FCA-1437-80C7-DB7E739C70F2}"/>
              </a:ext>
            </a:extLst>
          </p:cNvPr>
          <p:cNvSpPr/>
          <p:nvPr/>
        </p:nvSpPr>
        <p:spPr>
          <a:xfrm>
            <a:off x="112231" y="2504607"/>
            <a:ext cx="792023" cy="167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NEDC</a:t>
            </a:r>
            <a:endParaRPr lang="ru-RU" sz="1000" dirty="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191FDCB-E3D5-DA52-9402-F9DA930CBA9B}"/>
              </a:ext>
            </a:extLst>
          </p:cNvPr>
          <p:cNvSpPr/>
          <p:nvPr/>
        </p:nvSpPr>
        <p:spPr>
          <a:xfrm>
            <a:off x="105881" y="3467506"/>
            <a:ext cx="792024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Импульсы 72</a:t>
            </a:r>
            <a:r>
              <a:rPr lang="en-US" sz="1000" dirty="0"/>
              <a:t>s</a:t>
            </a:r>
            <a:endParaRPr lang="ru-RU" sz="1000" dirty="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F336CCC0-44C0-FB73-615C-F1A992711F12}"/>
              </a:ext>
            </a:extLst>
          </p:cNvPr>
          <p:cNvSpPr/>
          <p:nvPr/>
        </p:nvSpPr>
        <p:spPr>
          <a:xfrm>
            <a:off x="121327" y="3929255"/>
            <a:ext cx="792024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Импульсы </a:t>
            </a:r>
            <a:r>
              <a:rPr lang="en-US" sz="1000" dirty="0"/>
              <a:t>144s</a:t>
            </a:r>
            <a:endParaRPr lang="ru-RU" sz="1000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4D677477-FB92-1338-5803-6E24D9DA5AE0}"/>
              </a:ext>
            </a:extLst>
          </p:cNvPr>
          <p:cNvSpPr/>
          <p:nvPr/>
        </p:nvSpPr>
        <p:spPr>
          <a:xfrm>
            <a:off x="121327" y="4391004"/>
            <a:ext cx="792024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Импульсы </a:t>
            </a:r>
            <a:r>
              <a:rPr lang="en-US" sz="1000" dirty="0"/>
              <a:t>288s</a:t>
            </a:r>
            <a:endParaRPr lang="ru-RU" sz="1000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576F273A-B6E5-9C77-6C6E-C39DC51D4901}"/>
              </a:ext>
            </a:extLst>
          </p:cNvPr>
          <p:cNvSpPr/>
          <p:nvPr/>
        </p:nvSpPr>
        <p:spPr>
          <a:xfrm>
            <a:off x="118576" y="4852753"/>
            <a:ext cx="792024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Импульсы </a:t>
            </a:r>
            <a:r>
              <a:rPr lang="en-US" sz="1000" dirty="0"/>
              <a:t>288s</a:t>
            </a:r>
            <a:endParaRPr lang="ru-RU" sz="1000" dirty="0"/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A1B653D6-470E-A823-B8AA-41A77445955B}"/>
              </a:ext>
            </a:extLst>
          </p:cNvPr>
          <p:cNvSpPr/>
          <p:nvPr/>
        </p:nvSpPr>
        <p:spPr>
          <a:xfrm>
            <a:off x="118576" y="5314502"/>
            <a:ext cx="792024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HPPC</a:t>
            </a:r>
            <a:endParaRPr lang="ru-RU" sz="1000" dirty="0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5B0039E2-EA18-4075-E755-67DDE396BBB1}"/>
              </a:ext>
            </a:extLst>
          </p:cNvPr>
          <p:cNvSpPr/>
          <p:nvPr/>
        </p:nvSpPr>
        <p:spPr>
          <a:xfrm>
            <a:off x="105881" y="5776251"/>
            <a:ext cx="792024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EIS</a:t>
            </a:r>
            <a:endParaRPr lang="ru-RU" sz="1000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52B669B-1788-6A12-D04D-2645B7B87A75}"/>
              </a:ext>
            </a:extLst>
          </p:cNvPr>
          <p:cNvSpPr/>
          <p:nvPr/>
        </p:nvSpPr>
        <p:spPr>
          <a:xfrm>
            <a:off x="2758867" y="3270050"/>
            <a:ext cx="630669" cy="1726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25°C</a:t>
            </a:r>
            <a:endParaRPr lang="ru-RU" sz="1000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21DCD84E-74C4-CAD3-26B9-2BBD5E4985C1}"/>
              </a:ext>
            </a:extLst>
          </p:cNvPr>
          <p:cNvSpPr/>
          <p:nvPr/>
        </p:nvSpPr>
        <p:spPr>
          <a:xfrm>
            <a:off x="2744204" y="2913341"/>
            <a:ext cx="639712" cy="1846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30</a:t>
            </a:r>
            <a:r>
              <a:rPr lang="en-US" sz="1000" dirty="0"/>
              <a:t>°C</a:t>
            </a:r>
            <a:endParaRPr lang="ru-RU" sz="1000" dirty="0"/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8378E493-B2AC-66CB-63E4-F10206DF7C24}"/>
              </a:ext>
            </a:extLst>
          </p:cNvPr>
          <p:cNvSpPr/>
          <p:nvPr/>
        </p:nvSpPr>
        <p:spPr>
          <a:xfrm>
            <a:off x="2742344" y="2568316"/>
            <a:ext cx="641265" cy="1726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35</a:t>
            </a:r>
            <a:r>
              <a:rPr lang="en-US" sz="1000" dirty="0"/>
              <a:t>°C</a:t>
            </a:r>
            <a:endParaRPr lang="ru-RU" sz="1000" dirty="0"/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C57E4DC5-175A-3F1B-B58C-50C8F0683F07}"/>
              </a:ext>
            </a:extLst>
          </p:cNvPr>
          <p:cNvSpPr/>
          <p:nvPr/>
        </p:nvSpPr>
        <p:spPr>
          <a:xfrm>
            <a:off x="3667298" y="2074326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NMC</a:t>
            </a:r>
            <a:endParaRPr lang="ru-RU" sz="1000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77E43B5-24CC-728D-B234-53EAA97982C9}"/>
              </a:ext>
            </a:extLst>
          </p:cNvPr>
          <p:cNvSpPr/>
          <p:nvPr/>
        </p:nvSpPr>
        <p:spPr>
          <a:xfrm>
            <a:off x="3667298" y="2615967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LCO</a:t>
            </a:r>
            <a:endParaRPr lang="ru-RU" sz="1000" dirty="0"/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9C80BDAD-6D71-72B8-BAAE-07F4944B810B}"/>
              </a:ext>
            </a:extLst>
          </p:cNvPr>
          <p:cNvSpPr/>
          <p:nvPr/>
        </p:nvSpPr>
        <p:spPr>
          <a:xfrm>
            <a:off x="3667297" y="3128174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NCA</a:t>
            </a:r>
            <a:endParaRPr lang="ru-RU" sz="1000" dirty="0"/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2CCC83F5-EE6F-8E7B-AF83-88DC0E9810F1}"/>
              </a:ext>
            </a:extLst>
          </p:cNvPr>
          <p:cNvSpPr/>
          <p:nvPr/>
        </p:nvSpPr>
        <p:spPr>
          <a:xfrm>
            <a:off x="3666160" y="3750605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LFP</a:t>
            </a:r>
            <a:endParaRPr lang="ru-RU" sz="1000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CBD66D8D-1FAA-A148-F14A-CB88739585F0}"/>
              </a:ext>
            </a:extLst>
          </p:cNvPr>
          <p:cNvSpPr/>
          <p:nvPr/>
        </p:nvSpPr>
        <p:spPr>
          <a:xfrm>
            <a:off x="3666160" y="4318963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LMO</a:t>
            </a:r>
            <a:endParaRPr lang="ru-RU" sz="1000" dirty="0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20310B8-0582-2FC1-0D97-1CA64C35091F}"/>
              </a:ext>
            </a:extLst>
          </p:cNvPr>
          <p:cNvSpPr/>
          <p:nvPr/>
        </p:nvSpPr>
        <p:spPr>
          <a:xfrm>
            <a:off x="4708731" y="3757064"/>
            <a:ext cx="2728097" cy="22038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02DE91D1-F852-169B-E8E8-3FAF3E20905B}"/>
              </a:ext>
            </a:extLst>
          </p:cNvPr>
          <p:cNvSpPr/>
          <p:nvPr/>
        </p:nvSpPr>
        <p:spPr>
          <a:xfrm>
            <a:off x="4718041" y="1557633"/>
            <a:ext cx="2728097" cy="2203852"/>
          </a:xfrm>
          <a:prstGeom prst="rect">
            <a:avLst/>
          </a:prstGeom>
          <a:solidFill>
            <a:srgbClr val="FFBD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85627392-0F96-76F8-F4C0-E8767A889C79}"/>
              </a:ext>
            </a:extLst>
          </p:cNvPr>
          <p:cNvSpPr/>
          <p:nvPr/>
        </p:nvSpPr>
        <p:spPr>
          <a:xfrm>
            <a:off x="5273321" y="2479868"/>
            <a:ext cx="1497582" cy="2533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N4SID</a:t>
            </a:r>
            <a:endParaRPr lang="ru-RU" sz="1000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68806BEF-2E4F-6D68-4BAF-E449B6586EED}"/>
              </a:ext>
            </a:extLst>
          </p:cNvPr>
          <p:cNvSpPr/>
          <p:nvPr/>
        </p:nvSpPr>
        <p:spPr>
          <a:xfrm>
            <a:off x="5273321" y="3234149"/>
            <a:ext cx="1497582" cy="25334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LS?</a:t>
            </a:r>
            <a:endParaRPr lang="ru-RU" sz="1000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CEC0564A-9B98-52A0-68EE-B31EFC077F99}"/>
              </a:ext>
            </a:extLst>
          </p:cNvPr>
          <p:cNvSpPr/>
          <p:nvPr/>
        </p:nvSpPr>
        <p:spPr>
          <a:xfrm>
            <a:off x="5267792" y="4188373"/>
            <a:ext cx="1497582" cy="2629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ML</a:t>
            </a:r>
            <a:endParaRPr lang="ru-RU" sz="1000" dirty="0"/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86C5E2EF-6025-582D-C9DF-6167E5E32A61}"/>
              </a:ext>
            </a:extLst>
          </p:cNvPr>
          <p:cNvCxnSpPr/>
          <p:nvPr/>
        </p:nvCxnSpPr>
        <p:spPr>
          <a:xfrm flipV="1">
            <a:off x="1645398" y="1968398"/>
            <a:ext cx="0" cy="399251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5E9038D-9EF3-CEA1-2C76-1911E5EAD0D9}"/>
              </a:ext>
            </a:extLst>
          </p:cNvPr>
          <p:cNvCxnSpPr/>
          <p:nvPr/>
        </p:nvCxnSpPr>
        <p:spPr>
          <a:xfrm flipV="1">
            <a:off x="2346438" y="1968398"/>
            <a:ext cx="0" cy="399251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49254820-913E-8B90-D0B2-A653C57840E4}"/>
              </a:ext>
            </a:extLst>
          </p:cNvPr>
          <p:cNvCxnSpPr/>
          <p:nvPr/>
        </p:nvCxnSpPr>
        <p:spPr>
          <a:xfrm flipV="1">
            <a:off x="3390187" y="1968398"/>
            <a:ext cx="0" cy="399251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37CA8D41-98B3-FE1D-E664-148B0B51DBEA}"/>
              </a:ext>
            </a:extLst>
          </p:cNvPr>
          <p:cNvSpPr/>
          <p:nvPr/>
        </p:nvSpPr>
        <p:spPr>
          <a:xfrm>
            <a:off x="1043869" y="2254565"/>
            <a:ext cx="579092" cy="2308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100%</a:t>
            </a:r>
          </a:p>
        </p:txBody>
      </p:sp>
      <p:sp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7DB9DE3E-DF43-564C-56FD-CE21F87F8D7A}"/>
              </a:ext>
            </a:extLst>
          </p:cNvPr>
          <p:cNvSpPr/>
          <p:nvPr/>
        </p:nvSpPr>
        <p:spPr>
          <a:xfrm>
            <a:off x="1043869" y="5730044"/>
            <a:ext cx="579092" cy="2308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0%</a:t>
            </a:r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D0E8D27F-9A5F-FAAA-ACFC-439E80BC0576}"/>
              </a:ext>
            </a:extLst>
          </p:cNvPr>
          <p:cNvSpPr/>
          <p:nvPr/>
        </p:nvSpPr>
        <p:spPr>
          <a:xfrm>
            <a:off x="1739939" y="2266924"/>
            <a:ext cx="579092" cy="2308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100%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C6E04CE1-C3C8-0C7A-544D-B7C4D32B9D6F}"/>
              </a:ext>
            </a:extLst>
          </p:cNvPr>
          <p:cNvSpPr/>
          <p:nvPr/>
        </p:nvSpPr>
        <p:spPr>
          <a:xfrm>
            <a:off x="1753618" y="5730043"/>
            <a:ext cx="579092" cy="2308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000" dirty="0"/>
              <a:t>80%</a:t>
            </a:r>
          </a:p>
        </p:txBody>
      </p:sp>
      <p:sp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F4837D43-D6D1-D3B3-73C3-E9EC81C2347B}"/>
              </a:ext>
            </a:extLst>
          </p:cNvPr>
          <p:cNvSpPr/>
          <p:nvPr/>
        </p:nvSpPr>
        <p:spPr>
          <a:xfrm>
            <a:off x="5273321" y="2795193"/>
            <a:ext cx="1497582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Levenberg–Marquardt algorithm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82CFB1-CC45-CA48-DD9F-1E05D8451D09}"/>
              </a:ext>
            </a:extLst>
          </p:cNvPr>
          <p:cNvSpPr txBox="1"/>
          <p:nvPr/>
        </p:nvSpPr>
        <p:spPr>
          <a:xfrm>
            <a:off x="5500174" y="1572301"/>
            <a:ext cx="1037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Алгоритмы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1A3243-5262-4390-91AD-B6E252017086}"/>
              </a:ext>
            </a:extLst>
          </p:cNvPr>
          <p:cNvSpPr txBox="1"/>
          <p:nvPr/>
        </p:nvSpPr>
        <p:spPr>
          <a:xfrm>
            <a:off x="5493888" y="3832373"/>
            <a:ext cx="104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ML </a:t>
            </a:r>
            <a:r>
              <a:rPr lang="ru-RU" sz="1400" dirty="0"/>
              <a:t>методы</a:t>
            </a:r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ACF29BF8-96B1-84D5-FD53-C9FE3C8F0179}"/>
              </a:ext>
            </a:extLst>
          </p:cNvPr>
          <p:cNvSpPr/>
          <p:nvPr/>
        </p:nvSpPr>
        <p:spPr>
          <a:xfrm>
            <a:off x="5273321" y="4510261"/>
            <a:ext cx="1497582" cy="2629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ML</a:t>
            </a:r>
            <a:endParaRPr lang="ru-RU" sz="1000" dirty="0"/>
          </a:p>
        </p:txBody>
      </p:sp>
      <p:sp>
        <p:nvSpPr>
          <p:cNvPr id="67" name="Прямоугольник: скругленные углы 66">
            <a:extLst>
              <a:ext uri="{FF2B5EF4-FFF2-40B4-BE49-F238E27FC236}">
                <a16:creationId xmlns:a16="http://schemas.microsoft.com/office/drawing/2014/main" id="{470BB818-D4D7-9B93-C6DA-64C016AF0CBE}"/>
              </a:ext>
            </a:extLst>
          </p:cNvPr>
          <p:cNvSpPr/>
          <p:nvPr/>
        </p:nvSpPr>
        <p:spPr>
          <a:xfrm>
            <a:off x="5280533" y="4832149"/>
            <a:ext cx="1497582" cy="26296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ML</a:t>
            </a:r>
            <a:endParaRPr lang="ru-RU" sz="1000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ADC7DD68-AAD0-2596-61B0-BFE4C2A6E31F}"/>
              </a:ext>
            </a:extLst>
          </p:cNvPr>
          <p:cNvSpPr/>
          <p:nvPr/>
        </p:nvSpPr>
        <p:spPr>
          <a:xfrm>
            <a:off x="11314305" y="2082259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NMC</a:t>
            </a:r>
            <a:endParaRPr lang="ru-RU" sz="1000" dirty="0"/>
          </a:p>
        </p:txBody>
      </p:sp>
      <p:sp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7FD09959-8507-8F86-C281-E1D5AA7FBD02}"/>
              </a:ext>
            </a:extLst>
          </p:cNvPr>
          <p:cNvSpPr/>
          <p:nvPr/>
        </p:nvSpPr>
        <p:spPr>
          <a:xfrm>
            <a:off x="11314305" y="2623900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LCO</a:t>
            </a:r>
            <a:endParaRPr lang="ru-RU" sz="1000" dirty="0"/>
          </a:p>
        </p:txBody>
      </p:sp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66A347B8-E13E-5874-B521-048F2B55EDC3}"/>
              </a:ext>
            </a:extLst>
          </p:cNvPr>
          <p:cNvSpPr/>
          <p:nvPr/>
        </p:nvSpPr>
        <p:spPr>
          <a:xfrm>
            <a:off x="11314304" y="3136107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NCA</a:t>
            </a:r>
            <a:endParaRPr lang="ru-RU" sz="1000" dirty="0"/>
          </a:p>
        </p:txBody>
      </p:sp>
      <p:sp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DCAD1A83-61BA-8EC3-DA63-574E92FD1CC7}"/>
              </a:ext>
            </a:extLst>
          </p:cNvPr>
          <p:cNvSpPr/>
          <p:nvPr/>
        </p:nvSpPr>
        <p:spPr>
          <a:xfrm>
            <a:off x="11313167" y="3758538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LFP</a:t>
            </a:r>
            <a:endParaRPr lang="ru-RU" sz="1000" dirty="0"/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AED1E2FC-858B-DD3B-B43A-ADA9DC0281D3}"/>
              </a:ext>
            </a:extLst>
          </p:cNvPr>
          <p:cNvSpPr/>
          <p:nvPr/>
        </p:nvSpPr>
        <p:spPr>
          <a:xfrm>
            <a:off x="11313167" y="4326896"/>
            <a:ext cx="792021" cy="3693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LMO</a:t>
            </a:r>
            <a:endParaRPr lang="ru-RU" sz="1000" dirty="0"/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59BFE3B0-52B2-0F15-D8A2-E622E9428E21}"/>
              </a:ext>
            </a:extLst>
          </p:cNvPr>
          <p:cNvSpPr/>
          <p:nvPr/>
        </p:nvSpPr>
        <p:spPr>
          <a:xfrm>
            <a:off x="7690282" y="1959721"/>
            <a:ext cx="943726" cy="9531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8C6EE075-D38C-01F6-34D1-CEC9A21A7ADC}"/>
              </a:ext>
            </a:extLst>
          </p:cNvPr>
          <p:cNvSpPr/>
          <p:nvPr/>
        </p:nvSpPr>
        <p:spPr>
          <a:xfrm>
            <a:off x="7678325" y="2983491"/>
            <a:ext cx="943726" cy="9531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8DBA6DE-7CFC-0712-9D0A-33EDB53369B3}"/>
              </a:ext>
            </a:extLst>
          </p:cNvPr>
          <p:cNvSpPr txBox="1"/>
          <p:nvPr/>
        </p:nvSpPr>
        <p:spPr>
          <a:xfrm>
            <a:off x="7902296" y="1943759"/>
            <a:ext cx="401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ЭМ</a:t>
            </a:r>
          </a:p>
        </p:txBody>
      </p: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FF93AAB0-3464-33DE-CF6C-3253EB48FF77}"/>
              </a:ext>
            </a:extLst>
          </p:cNvPr>
          <p:cNvSpPr/>
          <p:nvPr/>
        </p:nvSpPr>
        <p:spPr>
          <a:xfrm>
            <a:off x="7677216" y="4009901"/>
            <a:ext cx="943726" cy="9531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1FE15D-1AD8-CE7B-F8D9-FF59CB095A05}"/>
              </a:ext>
            </a:extLst>
          </p:cNvPr>
          <p:cNvSpPr txBox="1"/>
          <p:nvPr/>
        </p:nvSpPr>
        <p:spPr>
          <a:xfrm>
            <a:off x="7897812" y="2963724"/>
            <a:ext cx="433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БАС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144D82-FBF6-CFEF-0735-991785EFB0C2}"/>
              </a:ext>
            </a:extLst>
          </p:cNvPr>
          <p:cNvSpPr txBox="1"/>
          <p:nvPr/>
        </p:nvSpPr>
        <p:spPr>
          <a:xfrm>
            <a:off x="7677216" y="4017747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Смартфоны</a:t>
            </a: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2E146FE3-3C44-3518-CA41-F6D2D222EDA5}"/>
              </a:ext>
            </a:extLst>
          </p:cNvPr>
          <p:cNvSpPr/>
          <p:nvPr/>
        </p:nvSpPr>
        <p:spPr>
          <a:xfrm>
            <a:off x="7683043" y="5048793"/>
            <a:ext cx="943726" cy="9531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AE01005-C422-7ACB-D483-26B5530348F8}"/>
              </a:ext>
            </a:extLst>
          </p:cNvPr>
          <p:cNvSpPr txBox="1"/>
          <p:nvPr/>
        </p:nvSpPr>
        <p:spPr>
          <a:xfrm>
            <a:off x="7852940" y="5083586"/>
            <a:ext cx="592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 err="1"/>
              <a:t>Гриды</a:t>
            </a:r>
            <a:endParaRPr lang="ru-RU" sz="1200" dirty="0"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DCBF5E3C-8424-700A-2887-201982B5D14C}"/>
              </a:ext>
            </a:extLst>
          </p:cNvPr>
          <p:cNvSpPr/>
          <p:nvPr/>
        </p:nvSpPr>
        <p:spPr>
          <a:xfrm>
            <a:off x="7742263" y="2206993"/>
            <a:ext cx="792021" cy="167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WLTC</a:t>
            </a:r>
            <a:endParaRPr lang="ru-RU" sz="1000" dirty="0"/>
          </a:p>
        </p:txBody>
      </p:sp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4BDA491B-8DBC-6E0C-BB3B-F6EDC8288C64}"/>
              </a:ext>
            </a:extLst>
          </p:cNvPr>
          <p:cNvSpPr/>
          <p:nvPr/>
        </p:nvSpPr>
        <p:spPr>
          <a:xfrm>
            <a:off x="7748610" y="2416909"/>
            <a:ext cx="792022" cy="167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UDDS</a:t>
            </a:r>
            <a:endParaRPr lang="ru-RU" sz="1000" dirty="0"/>
          </a:p>
        </p:txBody>
      </p:sp>
      <p:sp>
        <p:nvSpPr>
          <p:cNvPr id="79" name="Прямоугольник: скругленные углы 78">
            <a:extLst>
              <a:ext uri="{FF2B5EF4-FFF2-40B4-BE49-F238E27FC236}">
                <a16:creationId xmlns:a16="http://schemas.microsoft.com/office/drawing/2014/main" id="{754A914C-F420-B1BD-6743-FF486A8D1873}"/>
              </a:ext>
            </a:extLst>
          </p:cNvPr>
          <p:cNvSpPr/>
          <p:nvPr/>
        </p:nvSpPr>
        <p:spPr>
          <a:xfrm>
            <a:off x="7748610" y="2629341"/>
            <a:ext cx="792023" cy="16745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NEDC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16425149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90</Words>
  <Application>Microsoft Office PowerPoint</Application>
  <PresentationFormat>Широкоэкранный</PresentationFormat>
  <Paragraphs>60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Alexey Matskevich</dc:creator>
  <cp:lastModifiedBy>Alexey Matskevich</cp:lastModifiedBy>
  <cp:revision>3</cp:revision>
  <dcterms:created xsi:type="dcterms:W3CDTF">2026-02-03T18:00:12Z</dcterms:created>
  <dcterms:modified xsi:type="dcterms:W3CDTF">2026-02-05T15:17:23Z</dcterms:modified>
</cp:coreProperties>
</file>